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17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Hybrid Quantum Optimization for LABS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Scaling to N=33 via Multi-GPU Acceleration</a:t>
            </a:r>
          </a:p>
          <a:p>
            <a:r>
              <a:rPr lang="en-US" dirty="0"/>
              <a:t>QC-IITI</a:t>
            </a:r>
            <a:endParaRPr dirty="0"/>
          </a:p>
          <a:p>
            <a:r>
              <a:rPr dirty="0"/>
              <a:t>February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LABS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Low Autocorrelation Binary Sequences.</a:t>
            </a:r>
          </a:p>
          <a:p>
            <a:r>
              <a:t>Complexity: Combinatorial space grows as 2^N.</a:t>
            </a:r>
          </a:p>
          <a:p>
            <a:r>
              <a:t>Bottleneck: Classical brute force hits a 'Time Wall' at N=30.</a:t>
            </a:r>
          </a:p>
          <a:p>
            <a:r>
              <a:t>Goal: Use Hybrid Quantum-Classical approach to bypass initialization bottlenecks.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Narrative: The Plan &amp; The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Original Plan: Use standard 8vCPU environment for N=20 to N=40 benchmarks.</a:t>
            </a:r>
          </a:p>
          <a:p>
            <a:r>
              <a:t>The Pivot Point: Encountered persistent driver incompatibilities (CUDA 11 vs 12).</a:t>
            </a:r>
          </a:p>
          <a:p>
            <a:r>
              <a:t>Strategic Shift: Moved to 'Agentic Resource Burst' Strategy.</a:t>
            </a:r>
          </a:p>
          <a:p>
            <a:r>
              <a:t>The Fix: Adopted Dual-A100 (Multi-GPU) architecture.</a:t>
            </a:r>
          </a:p>
          <a:p>
            <a:r>
              <a:t>Outcome: Parallelized Quantum/Classical runs (50% time savings) and pooled memory for N=33.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Report: Verification &amp;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Strategy: 'Human-in-the-Loop' Validation.</a:t>
            </a:r>
          </a:p>
          <a:p>
            <a:r>
              <a:t>AI Win: Instantly generated complex 4-body Hamiltonian terms.</a:t>
            </a:r>
          </a:p>
          <a:p>
            <a:r>
              <a:t>AI Hallucination: Consistently omitted 'dt' and 'T' arguments in kernel calls.</a:t>
            </a:r>
          </a:p>
          <a:p>
            <a:r>
              <a:t>The Fix: Implemented strict Unit Tests (Exercise 7).</a:t>
            </a:r>
          </a:p>
          <a:p>
            <a:r>
              <a:t>Guardrails: Verified Symmetry Constraints (E(S) == E(-S)) before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1: The Scaling Wall</a:t>
            </a:r>
          </a:p>
        </p:txBody>
      </p:sp>
      <p:pic>
        <p:nvPicPr>
          <p:cNvPr id="3" name="Picture 2" descr="plot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Insight: CPU runtime explodes exponentially. Hybrid GPU approach demonstrates polynomial scaling, crossing over at N=25.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2: The Head Start</a:t>
            </a:r>
          </a:p>
        </p:txBody>
      </p:sp>
      <p:pic>
        <p:nvPicPr>
          <p:cNvPr id="3" name="Picture 2" descr="plot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Insight: Quantum Seeds (Blue) are statistically shifted toward lower energies compared to Random Seeds (Red), proving the ansatz effectiveness.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Metrics &amp;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 1 (Scale): Successfully validated N=33 via Multi-GPU memory pooling (160GB).</a:t>
            </a:r>
          </a:p>
          <a:p>
            <a:r>
              <a:t>Metric 2 (Speedup): Achieved &gt;50x kernel speedup (GPU vs CPU).</a:t>
            </a:r>
          </a:p>
          <a:p>
            <a:r>
              <a:t>Metric 3 (Accuracy): AI-generated kernels passed 100% of Symmetry &amp; Ground Truth checks.</a:t>
            </a:r>
          </a:p>
          <a:p>
            <a:r>
              <a:t>Next Steps: Implement Tensor Network backend to push N=40 on H100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340</Words>
  <Application>Microsoft Macintosh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Hybrid Quantum Optimization for LABS</vt:lpstr>
      <vt:lpstr>The Challenge: LABS Problem</vt:lpstr>
      <vt:lpstr>The Narrative: The Plan &amp; The Pivot</vt:lpstr>
      <vt:lpstr>AI Report: Verification &amp; Trust</vt:lpstr>
      <vt:lpstr>Visualization 1: The Scaling Wall</vt:lpstr>
      <vt:lpstr>Visualization 2: The Head Start</vt:lpstr>
      <vt:lpstr>Execution Metrics &amp; Success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2026-02-01T14:58:30Z</dcterms:modified>
  <cp:category/>
</cp:coreProperties>
</file>